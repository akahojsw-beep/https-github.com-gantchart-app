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751" r:id="rId1"/>
    <p:sldMasterId id="2147483654" r:id="rId2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4A3154F7-8F5C-43F2-840D-8202EFD870D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2CC"/>
    <a:srgbClr val="DDEBF7"/>
    <a:srgbClr val="FCE4D6"/>
    <a:srgbClr val="E2EFDA"/>
    <a:srgbClr val="C52119"/>
    <a:srgbClr val="897601"/>
    <a:srgbClr val="8A43A7"/>
    <a:srgbClr val="9C5ACE"/>
    <a:srgbClr val="74B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スタイル (濃色)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6692" autoAdjust="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27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373ADA-BC73-499F-9200-80CF524540FD}" type="datetimeFigureOut">
              <a:rPr kumimoji="1" lang="ja-JP" altLang="en-US" smtClean="0"/>
              <a:t>2025/9/26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379B3-8F3D-4073-814B-B5B3C2C99D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02971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5D2F-7E25-404C-952C-EA637ABB0594}" type="datetimeFigureOut">
              <a:rPr kumimoji="1" lang="ja-JP" altLang="en-US" smtClean="0"/>
              <a:t>2025/9/26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53825-1987-4ACB-8A0C-8026BAD876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22053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9" descr="2-color-b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03" y="1340765"/>
            <a:ext cx="1004854" cy="900000"/>
          </a:xfrm>
          <a:prstGeom prst="rect">
            <a:avLst/>
          </a:prstGeom>
        </p:spPr>
      </p:pic>
      <p:cxnSp>
        <p:nvCxnSpPr>
          <p:cNvPr id="12" name="Straight Connector 10"/>
          <p:cNvCxnSpPr/>
          <p:nvPr userDrawn="1"/>
        </p:nvCxnSpPr>
        <p:spPr>
          <a:xfrm>
            <a:off x="2136000" y="1296000"/>
            <a:ext cx="0" cy="1008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2353171" y="1341438"/>
            <a:ext cx="6989612" cy="49342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プレゼンテーションタイトル</a:t>
            </a:r>
            <a:endParaRPr lang="en-US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353171" y="1879864"/>
            <a:ext cx="6989612" cy="11896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dirty="0"/>
              <a:t>サブタイトル</a:t>
            </a:r>
            <a:endParaRPr lang="en-US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4295774" y="6233767"/>
            <a:ext cx="3600451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600">
                <a:solidFill>
                  <a:srgbClr val="FF0000"/>
                </a:solidFill>
              </a:defRPr>
            </a:lvl1pPr>
          </a:lstStyle>
          <a:p>
            <a:pPr lvl="0"/>
            <a:r>
              <a:rPr kumimoji="1" lang="en-US" altLang="ja-JP" dirty="0"/>
              <a:t>Security Classification</a:t>
            </a:r>
            <a:endParaRPr kumimoji="1" lang="ja-JP" altLang="en-US" dirty="0"/>
          </a:p>
        </p:txBody>
      </p:sp>
      <p:sp>
        <p:nvSpPr>
          <p:cNvPr id="21" name="テキスト プレースホルダー 20"/>
          <p:cNvSpPr>
            <a:spLocks noGrp="1"/>
          </p:cNvSpPr>
          <p:nvPr>
            <p:ph type="body" sz="quarter" idx="12" hasCustomPrompt="1"/>
          </p:nvPr>
        </p:nvSpPr>
        <p:spPr>
          <a:xfrm>
            <a:off x="841002" y="6233767"/>
            <a:ext cx="327538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kumimoji="1" lang="en-US" altLang="ja-JP"/>
              <a:t>Sep 1, 2020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4455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9"/>
          <p:cNvCxnSpPr/>
          <p:nvPr userDrawn="1"/>
        </p:nvCxnSpPr>
        <p:spPr>
          <a:xfrm>
            <a:off x="379046" y="188911"/>
            <a:ext cx="0" cy="576264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プレースホルダー 10"/>
          <p:cNvSpPr>
            <a:spLocks noGrp="1"/>
          </p:cNvSpPr>
          <p:nvPr>
            <p:ph type="body" sz="quarter" idx="10" hasCustomPrompt="1"/>
          </p:nvPr>
        </p:nvSpPr>
        <p:spPr>
          <a:xfrm>
            <a:off x="556847" y="981075"/>
            <a:ext cx="11256107" cy="53276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185738">
              <a:buFont typeface="Arial" panose="020B0604020202020204" pitchFamily="34" charset="0"/>
              <a:buChar char="–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00163" indent="-185738">
              <a:buFont typeface="Arial" panose="020B0604020202020204" pitchFamily="34" charset="0"/>
              <a:buChar char="–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71638" indent="-185738">
              <a:buFont typeface="Arial" panose="020B0604020202020204" pitchFamily="34" charset="0"/>
              <a:buChar char="»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kumimoji="1" lang="en-US" altLang="ja-JP" dirty="0"/>
              <a:t>Click to edit Master text styles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Fifth level</a:t>
            </a:r>
            <a:endParaRPr kumimoji="1" lang="ja-JP" altLang="en-US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848" y="188913"/>
            <a:ext cx="9759461" cy="57626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INSERT HEADER HERE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91205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4"/>
          <p:cNvSpPr>
            <a:spLocks noGrp="1"/>
          </p:cNvSpPr>
          <p:nvPr>
            <p:ph type="title" hasCustomPrompt="1"/>
          </p:nvPr>
        </p:nvSpPr>
        <p:spPr>
          <a:xfrm>
            <a:off x="1055688" y="1214440"/>
            <a:ext cx="9361487" cy="4308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28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ja-JP" altLang="en-US" dirty="0"/>
              <a:t>プレゼンテーションアジェンダ</a:t>
            </a:r>
          </a:p>
        </p:txBody>
      </p:sp>
      <p:sp>
        <p:nvSpPr>
          <p:cNvPr id="18" name="テキスト プレースホルダー 13"/>
          <p:cNvSpPr>
            <a:spLocks noGrp="1"/>
          </p:cNvSpPr>
          <p:nvPr>
            <p:ph type="body" sz="quarter" idx="10" hasCustomPrompt="1"/>
          </p:nvPr>
        </p:nvSpPr>
        <p:spPr>
          <a:xfrm>
            <a:off x="1055688" y="1957409"/>
            <a:ext cx="9361487" cy="435131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457200" indent="-457200">
              <a:buAutoNum type="arabicPeriod"/>
              <a:defRPr sz="2400"/>
            </a:lvl1pPr>
          </a:lstStyle>
          <a:p>
            <a:pPr lvl="0"/>
            <a:r>
              <a:rPr kumimoji="1" lang="ja-JP" altLang="en-US" dirty="0"/>
              <a:t>テーマタイトル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テーマタイトル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テーマタイトル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テーマタイトル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テーマタイトル</a:t>
            </a:r>
          </a:p>
        </p:txBody>
      </p:sp>
    </p:spTree>
    <p:extLst>
      <p:ext uri="{BB962C8B-B14F-4D97-AF65-F5344CB8AC3E}">
        <p14:creationId xmlns:p14="http://schemas.microsoft.com/office/powerpoint/2010/main" val="478194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m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 hasCustomPrompt="1"/>
          </p:nvPr>
        </p:nvSpPr>
        <p:spPr>
          <a:xfrm>
            <a:off x="1055688" y="2355157"/>
            <a:ext cx="9361487" cy="4308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ja-JP" altLang="en-US" dirty="0"/>
              <a:t>テーマタイトル</a:t>
            </a: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0" hasCustomPrompt="1"/>
          </p:nvPr>
        </p:nvSpPr>
        <p:spPr>
          <a:xfrm>
            <a:off x="1055688" y="2978424"/>
            <a:ext cx="9361487" cy="3693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34692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9"/>
          <p:cNvCxnSpPr/>
          <p:nvPr userDrawn="1"/>
        </p:nvCxnSpPr>
        <p:spPr>
          <a:xfrm>
            <a:off x="262575" y="261381"/>
            <a:ext cx="0" cy="754619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タイトル 9"/>
          <p:cNvSpPr>
            <a:spLocks noGrp="1"/>
          </p:cNvSpPr>
          <p:nvPr>
            <p:ph type="title" hasCustomPrompt="1"/>
          </p:nvPr>
        </p:nvSpPr>
        <p:spPr>
          <a:xfrm>
            <a:off x="515938" y="261382"/>
            <a:ext cx="9901236" cy="754618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2400" b="1"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スライドタイトル</a:t>
            </a:r>
            <a:br>
              <a:rPr kumimoji="1" lang="en-US" altLang="ja-JP" dirty="0"/>
            </a:br>
            <a:r>
              <a:rPr kumimoji="1" lang="ja-JP" altLang="en-US" dirty="0"/>
              <a:t>タイトル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行目／サブタイトル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324406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4295774" y="6308725"/>
            <a:ext cx="3600451" cy="180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6204" tIns="33101" rIns="66204" bIns="33101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375243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750488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12573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500972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1876216" algn="l" defTabSz="750488" rtl="0" eaLnBrk="1" latinLnBrk="0" hangingPunct="1"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251457" algn="l" defTabSz="750488" rtl="0" eaLnBrk="1" latinLnBrk="0" hangingPunct="1"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2626699" algn="l" defTabSz="750488" rtl="0" eaLnBrk="1" latinLnBrk="0" hangingPunct="1"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001943" algn="l" defTabSz="750488" rtl="0" eaLnBrk="1" latinLnBrk="0" hangingPunct="1"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altLang="ja-JP" sz="900" dirty="0">
                <a:solidFill>
                  <a:schemeClr val="tx1"/>
                </a:solidFill>
                <a:latin typeface="Arial" charset="0"/>
              </a:rPr>
              <a:t>Copyright © Bridgestone Corporation</a:t>
            </a:r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774" y="2846961"/>
            <a:ext cx="3600000" cy="87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6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9"/>
          <p:cNvCxnSpPr/>
          <p:nvPr userDrawn="1"/>
        </p:nvCxnSpPr>
        <p:spPr>
          <a:xfrm>
            <a:off x="379046" y="188911"/>
            <a:ext cx="0" cy="576264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98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/>
          </p:cNvSpPr>
          <p:nvPr userDrawn="1"/>
        </p:nvSpPr>
        <p:spPr bwMode="auto">
          <a:xfrm>
            <a:off x="7906871" y="0"/>
            <a:ext cx="4285129" cy="6858000"/>
          </a:xfrm>
          <a:custGeom>
            <a:avLst/>
            <a:gdLst>
              <a:gd name="T0" fmla="*/ 2690 w 2690"/>
              <a:gd name="T1" fmla="*/ 0 h 4320"/>
              <a:gd name="T2" fmla="*/ 1243 w 2690"/>
              <a:gd name="T3" fmla="*/ 0 h 4320"/>
              <a:gd name="T4" fmla="*/ 0 w 2690"/>
              <a:gd name="T5" fmla="*/ 4320 h 4320"/>
              <a:gd name="T6" fmla="*/ 2690 w 2690"/>
              <a:gd name="T7" fmla="*/ 4320 h 4320"/>
              <a:gd name="T8" fmla="*/ 2690 w 2690"/>
              <a:gd name="T9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90" h="4320">
                <a:moveTo>
                  <a:pt x="2690" y="0"/>
                </a:moveTo>
                <a:lnTo>
                  <a:pt x="1243" y="0"/>
                </a:lnTo>
                <a:lnTo>
                  <a:pt x="0" y="4320"/>
                </a:lnTo>
                <a:lnTo>
                  <a:pt x="2690" y="4320"/>
                </a:lnTo>
                <a:lnTo>
                  <a:pt x="2690" y="0"/>
                </a:lnTo>
                <a:close/>
              </a:path>
            </a:pathLst>
          </a:custGeom>
          <a:gradFill>
            <a:gsLst>
              <a:gs pos="100000">
                <a:schemeClr val="bg1">
                  <a:lumMod val="100000"/>
                </a:schemeClr>
              </a:gs>
              <a:gs pos="10000">
                <a:schemeClr val="bg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66208" y="6087161"/>
            <a:ext cx="2188800" cy="53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24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82" r:id="rId2"/>
  </p:sldLayoutIdLst>
  <p:hf hdr="0" ftr="0" dt="0"/>
  <p:txStyles>
    <p:titleStyle>
      <a:lvl1pPr algn="ctr" defTabSz="914126" rtl="0" eaLnBrk="1" latinLnBrk="0" hangingPunct="1">
        <a:spcBef>
          <a:spcPct val="0"/>
        </a:spcBef>
        <a:buNone/>
        <a:defRPr kumimoji="1"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7" indent="-342797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31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727" indent="-285664" algn="l" defTabSz="914126" rtl="0" eaLnBrk="1" latinLnBrk="0" hangingPunct="1">
        <a:spcBef>
          <a:spcPct val="20000"/>
        </a:spcBef>
        <a:buFont typeface="Arial" pitchFamily="34" charset="0"/>
        <a:buChar char="–"/>
        <a:defRPr kumimoji="1" sz="27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657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23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720" indent="-228531" algn="l" defTabSz="914126" rtl="0" eaLnBrk="1" latinLnBrk="0" hangingPunct="1">
        <a:spcBef>
          <a:spcPct val="20000"/>
        </a:spcBef>
        <a:buFont typeface="Arial" pitchFamily="34" charset="0"/>
        <a:buChar char="–"/>
        <a:defRPr kumimoji="1" sz="19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783" indent="-228531" algn="l" defTabSz="914126" rtl="0" eaLnBrk="1" latinLnBrk="0" hangingPunct="1">
        <a:spcBef>
          <a:spcPct val="20000"/>
        </a:spcBef>
        <a:buFont typeface="Arial" pitchFamily="34" charset="0"/>
        <a:buChar char="»"/>
        <a:defRPr kumimoji="1" sz="19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846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1345" userDrawn="1">
          <p15:clr>
            <a:srgbClr val="F26B43"/>
          </p15:clr>
        </p15:guide>
        <p15:guide id="1" orient="horz" pos="164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4088">
          <p15:clr>
            <a:srgbClr val="F26B43"/>
          </p15:clr>
        </p15:guide>
        <p15:guide id="4" orient="horz" pos="845" userDrawn="1">
          <p15:clr>
            <a:srgbClr val="F26B43"/>
          </p15:clr>
        </p15:guide>
        <p15:guide id="5" orient="horz" pos="3974">
          <p15:clr>
            <a:srgbClr val="F26B43"/>
          </p15:clr>
        </p15:guide>
        <p15:guide id="6" pos="529" userDrawn="1">
          <p15:clr>
            <a:srgbClr val="F26B43"/>
          </p15:clr>
        </p15:guide>
        <p15:guide id="7" orient="horz" pos="1412" userDrawn="1">
          <p15:clr>
            <a:srgbClr val="F26B43"/>
          </p15:clr>
        </p15:guide>
        <p15:guide id="8" pos="3783">
          <p15:clr>
            <a:srgbClr val="F26B43"/>
          </p15:clr>
        </p15:guide>
        <p15:guide id="9" pos="3897">
          <p15:clr>
            <a:srgbClr val="F26B43"/>
          </p15:clr>
        </p15:guide>
        <p15:guide id="10" pos="2706">
          <p15:clr>
            <a:srgbClr val="F26B43"/>
          </p15:clr>
        </p15:guide>
        <p15:guide id="11" pos="2593">
          <p15:clr>
            <a:srgbClr val="F26B43"/>
          </p15:clr>
        </p15:guide>
        <p15:guide id="12" pos="4974">
          <p15:clr>
            <a:srgbClr val="F26B43"/>
          </p15:clr>
        </p15:guide>
        <p15:guide id="13" pos="5087">
          <p15:clr>
            <a:srgbClr val="F26B43"/>
          </p15:clr>
        </p15:guide>
        <p15:guide id="14" orient="horz" pos="2308">
          <p15:clr>
            <a:srgbClr val="F26B43"/>
          </p15:clr>
        </p15:guide>
        <p15:guide id="15" orient="horz" pos="2420">
          <p15:clr>
            <a:srgbClr val="F26B43"/>
          </p15:clr>
        </p15:guide>
        <p15:guide id="16" pos="6562">
          <p15:clr>
            <a:srgbClr val="F26B43"/>
          </p15:clr>
        </p15:guide>
        <p15:guide id="17" pos="148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6491646"/>
            <a:ext cx="12192000" cy="367200"/>
          </a:xfrm>
          <a:prstGeom prst="rect">
            <a:avLst/>
          </a:prstGeom>
          <a:solidFill>
            <a:schemeClr val="tx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フローチャート: 手操作入力 1"/>
          <p:cNvSpPr/>
          <p:nvPr userDrawn="1"/>
        </p:nvSpPr>
        <p:spPr>
          <a:xfrm rot="5400000">
            <a:off x="261781" y="6229864"/>
            <a:ext cx="367200" cy="890763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178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78 h 10000"/>
              <a:gd name="connsiteX0" fmla="*/ 0 w 10069"/>
              <a:gd name="connsiteY0" fmla="*/ 0 h 9822"/>
              <a:gd name="connsiteX1" fmla="*/ 10069 w 10069"/>
              <a:gd name="connsiteY1" fmla="*/ 4122 h 9822"/>
              <a:gd name="connsiteX2" fmla="*/ 10000 w 10069"/>
              <a:gd name="connsiteY2" fmla="*/ 9822 h 9822"/>
              <a:gd name="connsiteX3" fmla="*/ 0 w 10069"/>
              <a:gd name="connsiteY3" fmla="*/ 9822 h 9822"/>
              <a:gd name="connsiteX4" fmla="*/ 0 w 10069"/>
              <a:gd name="connsiteY4" fmla="*/ 0 h 9822"/>
              <a:gd name="connsiteX0" fmla="*/ 0 w 10000"/>
              <a:gd name="connsiteY0" fmla="*/ 0 h 10000"/>
              <a:gd name="connsiteX1" fmla="*/ 10000 w 10000"/>
              <a:gd name="connsiteY1" fmla="*/ 1126 h 10000"/>
              <a:gd name="connsiteX2" fmla="*/ 9931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61"/>
              <a:gd name="connsiteX1" fmla="*/ 10000 w 10000"/>
              <a:gd name="connsiteY1" fmla="*/ 1187 h 10061"/>
              <a:gd name="connsiteX2" fmla="*/ 9931 w 10000"/>
              <a:gd name="connsiteY2" fmla="*/ 10061 h 10061"/>
              <a:gd name="connsiteX3" fmla="*/ 0 w 10000"/>
              <a:gd name="connsiteY3" fmla="*/ 10061 h 10061"/>
              <a:gd name="connsiteX4" fmla="*/ 0 w 10000"/>
              <a:gd name="connsiteY4" fmla="*/ 0 h 10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61">
                <a:moveTo>
                  <a:pt x="0" y="0"/>
                </a:moveTo>
                <a:lnTo>
                  <a:pt x="10000" y="1187"/>
                </a:lnTo>
                <a:lnTo>
                  <a:pt x="9931" y="10061"/>
                </a:lnTo>
                <a:lnTo>
                  <a:pt x="0" y="10061"/>
                </a:lnTo>
                <a:lnTo>
                  <a:pt x="0" y="0"/>
                </a:lnTo>
                <a:close/>
              </a:path>
            </a:pathLst>
          </a:custGeom>
          <a:solidFill>
            <a:srgbClr val="E126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8903" y="6536779"/>
            <a:ext cx="684000" cy="2769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8C17012A-8817-2E4B-A434-2D76F82FA116}" type="slidenum">
              <a:rPr lang="en-US" sz="120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r>
              <a:rPr lang="en-US" sz="1200" dirty="0">
                <a:solidFill>
                  <a:schemeClr val="bg1"/>
                </a:solidFill>
                <a:latin typeface="Arial"/>
                <a:cs typeface="Arial"/>
              </a:rPr>
              <a:t>/XX</a:t>
            </a:r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636902" y="6592852"/>
            <a:ext cx="1335371" cy="165600"/>
          </a:xfrm>
          <a:prstGeom prst="rect">
            <a:avLst/>
          </a:prstGeom>
        </p:spPr>
      </p:pic>
      <p:sp>
        <p:nvSpPr>
          <p:cNvPr id="14" name="Text Placeholder 3"/>
          <p:cNvSpPr txBox="1">
            <a:spLocks/>
          </p:cNvSpPr>
          <p:nvPr userDrawn="1"/>
        </p:nvSpPr>
        <p:spPr>
          <a:xfrm>
            <a:off x="4295775" y="6589712"/>
            <a:ext cx="3600450" cy="1651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126" rtl="0" eaLnBrk="1" latinLnBrk="0" hangingPunct="1">
              <a:spcBef>
                <a:spcPct val="20000"/>
              </a:spcBef>
              <a:buFont typeface="Arial" pitchFamily="34" charset="0"/>
              <a:buNone/>
              <a:defRPr sz="10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727" indent="-285664" algn="l" defTabSz="914126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2657" indent="-228531" algn="l" defTabSz="91412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599720" indent="-228531" algn="l" defTabSz="914126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6783" indent="-228531" algn="l" defTabSz="914126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3846" indent="-228531" algn="l" defTabSz="91412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Confidential S</a:t>
            </a:r>
            <a:r>
              <a:rPr lang="en-US" altLang="ja-JP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98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61" r:id="rId2"/>
    <p:sldLayoutId id="2147483760" r:id="rId3"/>
    <p:sldLayoutId id="2147483772" r:id="rId4"/>
    <p:sldLayoutId id="2147483781" r:id="rId5"/>
  </p:sldLayoutIdLst>
  <p:hf hdr="0" ftr="0" dt="0"/>
  <p:txStyles>
    <p:titleStyle>
      <a:lvl1pPr algn="ctr" defTabSz="914126" rtl="0" eaLnBrk="1" latinLnBrk="0" hangingPunct="1">
        <a:spcBef>
          <a:spcPct val="0"/>
        </a:spcBef>
        <a:buNone/>
        <a:defRPr kumimoji="1"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7" indent="-342797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31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727" indent="-285664" algn="l" defTabSz="914126" rtl="0" eaLnBrk="1" latinLnBrk="0" hangingPunct="1">
        <a:spcBef>
          <a:spcPct val="20000"/>
        </a:spcBef>
        <a:buFont typeface="Arial" pitchFamily="34" charset="0"/>
        <a:buChar char="–"/>
        <a:defRPr kumimoji="1" sz="27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657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23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720" indent="-228531" algn="l" defTabSz="914126" rtl="0" eaLnBrk="1" latinLnBrk="0" hangingPunct="1">
        <a:spcBef>
          <a:spcPct val="20000"/>
        </a:spcBef>
        <a:buFont typeface="Arial" pitchFamily="34" charset="0"/>
        <a:buChar char="–"/>
        <a:defRPr kumimoji="1" sz="19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783" indent="-228531" algn="l" defTabSz="914126" rtl="0" eaLnBrk="1" latinLnBrk="0" hangingPunct="1">
        <a:spcBef>
          <a:spcPct val="20000"/>
        </a:spcBef>
        <a:buFont typeface="Arial" pitchFamily="34" charset="0"/>
        <a:buChar char="»"/>
        <a:defRPr kumimoji="1" sz="19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846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5" userDrawn="1">
          <p15:clr>
            <a:srgbClr val="F26B43"/>
          </p15:clr>
        </p15:guide>
        <p15:guide id="2" orient="horz" pos="164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orient="horz" pos="754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8" pos="166" userDrawn="1">
          <p15:clr>
            <a:srgbClr val="F26B43"/>
          </p15:clr>
        </p15:guide>
        <p15:guide id="10" orient="horz" pos="640" userDrawn="1">
          <p15:clr>
            <a:srgbClr val="F26B43"/>
          </p15:clr>
        </p15:guide>
        <p15:guide id="12" pos="3783" userDrawn="1">
          <p15:clr>
            <a:srgbClr val="F26B43"/>
          </p15:clr>
        </p15:guide>
        <p15:guide id="13" pos="3897" userDrawn="1">
          <p15:clr>
            <a:srgbClr val="F26B43"/>
          </p15:clr>
        </p15:guide>
        <p15:guide id="14" pos="2706" userDrawn="1">
          <p15:clr>
            <a:srgbClr val="F26B43"/>
          </p15:clr>
        </p15:guide>
        <p15:guide id="15" pos="2593" userDrawn="1">
          <p15:clr>
            <a:srgbClr val="F26B43"/>
          </p15:clr>
        </p15:guide>
        <p15:guide id="16" pos="4974" userDrawn="1">
          <p15:clr>
            <a:srgbClr val="F26B43"/>
          </p15:clr>
        </p15:guide>
        <p15:guide id="17" pos="5087" userDrawn="1">
          <p15:clr>
            <a:srgbClr val="F26B43"/>
          </p15:clr>
        </p15:guide>
        <p15:guide id="18" orient="horz" pos="2308" userDrawn="1">
          <p15:clr>
            <a:srgbClr val="F26B43"/>
          </p15:clr>
        </p15:guide>
        <p15:guide id="19" orient="horz" pos="2420" userDrawn="1">
          <p15:clr>
            <a:srgbClr val="F26B43"/>
          </p15:clr>
        </p15:guide>
        <p15:guide id="20" pos="6562" userDrawn="1">
          <p15:clr>
            <a:srgbClr val="F26B43"/>
          </p15:clr>
        </p15:guide>
        <p15:guide id="21" orient="horz" pos="4151" userDrawn="1">
          <p15:clr>
            <a:srgbClr val="F26B43"/>
          </p15:clr>
        </p15:guide>
        <p15:guide id="22" orient="horz" pos="42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0D815-6754-DB65-10F2-F4ECB5FB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3996499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BS6_Std">
      <a:dk1>
        <a:srgbClr val="000000"/>
      </a:dk1>
      <a:lt1>
        <a:srgbClr val="FFFFFF"/>
      </a:lt1>
      <a:dk2>
        <a:srgbClr val="DC0000"/>
      </a:dk2>
      <a:lt2>
        <a:srgbClr val="559BDC"/>
      </a:lt2>
      <a:accent1>
        <a:srgbClr val="6576B5"/>
      </a:accent1>
      <a:accent2>
        <a:srgbClr val="F8B616"/>
      </a:accent2>
      <a:accent3>
        <a:srgbClr val="ED6C00"/>
      </a:accent3>
      <a:accent4>
        <a:srgbClr val="0DAB4C"/>
      </a:accent4>
      <a:accent5>
        <a:srgbClr val="ABCD03"/>
      </a:accent5>
      <a:accent6>
        <a:srgbClr val="00A6A8"/>
      </a:accent6>
      <a:hlink>
        <a:srgbClr val="00B0F0"/>
      </a:hlink>
      <a:folHlink>
        <a:srgbClr val="7030A0"/>
      </a:folHlink>
    </a:clrScheme>
    <a:fontScheme name="BS standard">
      <a:majorFont>
        <a:latin typeface="Arial Black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lIns="0" tIns="0" rIns="0" bIns="0"/>
      <a:lstStyle>
        <a:defPPr algn="l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.pptx" id="{B2E8B940-3540-4771-B84B-8678AFF3BD29}" vid="{C5728611-D1A3-4DBA-ACF4-1E9B16B8CCB5}"/>
    </a:ext>
  </a:extLst>
</a:theme>
</file>

<file path=ppt/theme/theme2.xml><?xml version="1.0" encoding="utf-8"?>
<a:theme xmlns:a="http://schemas.openxmlformats.org/drawingml/2006/main" name="Custom Design">
  <a:themeElements>
    <a:clrScheme name="BS6_Std">
      <a:dk1>
        <a:srgbClr val="000000"/>
      </a:dk1>
      <a:lt1>
        <a:srgbClr val="FFFFFF"/>
      </a:lt1>
      <a:dk2>
        <a:srgbClr val="DC0000"/>
      </a:dk2>
      <a:lt2>
        <a:srgbClr val="559BDC"/>
      </a:lt2>
      <a:accent1>
        <a:srgbClr val="6576B5"/>
      </a:accent1>
      <a:accent2>
        <a:srgbClr val="F8B616"/>
      </a:accent2>
      <a:accent3>
        <a:srgbClr val="ED6C00"/>
      </a:accent3>
      <a:accent4>
        <a:srgbClr val="0DAB4C"/>
      </a:accent4>
      <a:accent5>
        <a:srgbClr val="ABCD03"/>
      </a:accent5>
      <a:accent6>
        <a:srgbClr val="00A6A8"/>
      </a:accent6>
      <a:hlink>
        <a:srgbClr val="00B0F0"/>
      </a:hlink>
      <a:folHlink>
        <a:srgbClr val="7030A0"/>
      </a:folHlink>
    </a:clrScheme>
    <a:fontScheme name="BS standard">
      <a:majorFont>
        <a:latin typeface="Arial Black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pptx" id="{B2E8B940-3540-4771-B84B-8678AFF3BD29}" vid="{856EB9FD-AEF9-44B5-ABFE-AB139C2309D1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2_Custom Design</vt:lpstr>
      <vt:lpstr>Custom Design</vt:lpstr>
      <vt:lpstr>PowerPoint Presentation</vt:lpstr>
    </vt:vector>
  </TitlesOfParts>
  <Manager/>
  <Company>Bridgestone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Akaho, Takuya</dc:creator>
  <cp:lastModifiedBy>Akaho, Takuya</cp:lastModifiedBy>
  <cp:revision>1</cp:revision>
  <dcterms:created xsi:type="dcterms:W3CDTF">2025-09-26T01:50:43Z</dcterms:created>
  <dcterms:modified xsi:type="dcterms:W3CDTF">2025-09-26T01:51:19Z</dcterms:modified>
</cp:coreProperties>
</file>